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5143500" cy="9144000"/>
  <p:embeddedFontLst>
    <p:embeddedFont>
      <p:font typeface="Open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QgSmxbe3UfUp2QN23xNDa3z3V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italic.fntdata"/><Relationship Id="rId10" Type="http://schemas.openxmlformats.org/officeDocument/2006/relationships/font" Target="fonts/OpenSans-bold.fntdata"/><Relationship Id="rId13" Type="http://customschemas.google.com/relationships/presentationmetadata" Target="metadata"/><Relationship Id="rId12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charlesdeluvio?utm_source=unsplash&amp;utm_medium=referral&amp;utm_content=creditCopyText" TargetMode="External"/><Relationship Id="rId3" Type="http://schemas.openxmlformats.org/officeDocument/2006/relationships/hyperlink" Target="https://unsplash.com/@charlesdeluvio?utm_source=unsplash&amp;utm_medium=referral&amp;utm_content=creditCopyText" TargetMode="External"/><Relationship Id="rId4" Type="http://schemas.openxmlformats.org/officeDocument/2006/relationships/hyperlink" Target="https://unsplash.com/s/photos/career?utm_source=unsplash&amp;utm_medium=referral&amp;utm_content=creditCopyText" TargetMode="External"/><Relationship Id="rId5" Type="http://schemas.openxmlformats.org/officeDocument/2006/relationships/hyperlink" Target="https://unsplash.com/s/photos/career?utm_source=unsplash&amp;utm_medium=referral&amp;utm_content=creditCopyText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grvault?utm_content=creditCopyText&amp;utm_medium=referral&amp;utm_source=unsplash" TargetMode="External"/><Relationship Id="rId3" Type="http://schemas.openxmlformats.org/officeDocument/2006/relationships/hyperlink" Target="https://unsplash.com/@grvault?utm_content=creditCopyText&amp;utm_medium=referral&amp;utm_source=unsplash" TargetMode="External"/><Relationship Id="rId4" Type="http://schemas.openxmlformats.org/officeDocument/2006/relationships/hyperlink" Target="https://unsplash.com/photos/green-red-and-yellow-dartboard-Yc409-8V2pU?utm_content=creditCopyText&amp;utm_medium=referral&amp;utm_source=unsplash" TargetMode="External"/><Relationship Id="rId5" Type="http://schemas.openxmlformats.org/officeDocument/2006/relationships/hyperlink" Target="https://unsplash.com/photos/green-red-and-yellow-dartboard-Yc409-8V2pU?utm_content=creditCopyText&amp;utm_medium=referral&amp;utm_source=unsplash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grvault?utm_content=creditCopyText&amp;utm_medium=referral&amp;utm_source=unsplash" TargetMode="External"/><Relationship Id="rId3" Type="http://schemas.openxmlformats.org/officeDocument/2006/relationships/hyperlink" Target="https://unsplash.com/@grvault?utm_content=creditCopyText&amp;utm_medium=referral&amp;utm_source=unsplash" TargetMode="External"/><Relationship Id="rId4" Type="http://schemas.openxmlformats.org/officeDocument/2006/relationships/hyperlink" Target="https://unsplash.com/photos/green-red-and-yellow-dartboard-Yc409-8V2pU?utm_content=creditCopyText&amp;utm_medium=referral&amp;utm_source=unsplash" TargetMode="External"/><Relationship Id="rId5" Type="http://schemas.openxmlformats.org/officeDocument/2006/relationships/hyperlink" Target="https://unsplash.com/photos/green-red-and-yellow-dartboard-Yc409-8V2pU?utm_content=creditCopyText&amp;utm_medium=referral&amp;utm_source=unsplash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Change team name, game name and add your logo and slogan.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Photo by</a:t>
            </a:r>
            <a:r>
              <a:rPr lang="en-US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charlesdeluvio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on</a:t>
            </a:r>
            <a:r>
              <a:rPr lang="en-US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Unsplash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Photo by</a:t>
            </a:r>
            <a:r>
              <a:rPr lang="en-US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Marc A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on</a:t>
            </a:r>
            <a:r>
              <a:rPr lang="en-US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Unsplash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ae73b7736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ae73b7736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Photo by</a:t>
            </a:r>
            <a:r>
              <a:rPr lang="en-US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Marc A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on</a:t>
            </a:r>
            <a:r>
              <a:rPr lang="en-US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Unsplash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ae73b7736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this title to whatever you want.</a:t>
            </a:r>
            <a:endParaRPr/>
          </a:p>
        </p:txBody>
      </p:sp>
      <p:sp>
        <p:nvSpPr>
          <p:cNvPr id="43" name="Google Shape;43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76242" y="477475"/>
            <a:ext cx="35709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5F5F0"/>
                </a:solidFill>
                <a:latin typeface="Open Sans"/>
                <a:ea typeface="Open Sans"/>
                <a:cs typeface="Open Sans"/>
                <a:sym typeface="Open Sans"/>
              </a:rPr>
              <a:t>Hackathon - Team </a:t>
            </a:r>
            <a:r>
              <a:rPr lang="en-US" sz="1600">
                <a:solidFill>
                  <a:srgbClr val="F5F5F0"/>
                </a:solidFill>
                <a:latin typeface="Open Sans"/>
                <a:ea typeface="Open Sans"/>
                <a:cs typeface="Open Sans"/>
                <a:sym typeface="Open Sans"/>
              </a:rPr>
              <a:t>WikiWarriors</a:t>
            </a:r>
            <a:endParaRPr b="0" i="0" sz="1600" u="none" cap="none" strike="noStrike">
              <a:solidFill>
                <a:srgbClr val="F5F5F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76250" y="963425"/>
            <a:ext cx="5031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4600">
                <a:solidFill>
                  <a:srgbClr val="7DF4F1"/>
                </a:solidFill>
              </a:rPr>
              <a:t>meta_mind</a:t>
            </a:r>
            <a:endParaRPr sz="4600">
              <a:solidFill>
                <a:srgbClr val="7DF4F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7DF4F1"/>
                </a:solidFill>
              </a:rPr>
              <a:t>Zwei Artikel. Ein Duell.</a:t>
            </a:r>
            <a:endParaRPr sz="2300">
              <a:solidFill>
                <a:srgbClr val="7DF4F1"/>
              </a:solidFill>
            </a:endParaRPr>
          </a:p>
        </p:txBody>
      </p:sp>
      <p:pic>
        <p:nvPicPr>
          <p:cNvPr id="18" name="Google Shape;18;p1" title="Gemini_Generated_Image_bmpootbmpootbmpo.png"/>
          <p:cNvPicPr preferRelativeResize="0"/>
          <p:nvPr/>
        </p:nvPicPr>
        <p:blipFill rotWithShape="1">
          <a:blip r:embed="rId4">
            <a:alphaModFix/>
          </a:blip>
          <a:srcRect b="2326" l="0" r="0" t="2326"/>
          <a:stretch/>
        </p:blipFill>
        <p:spPr>
          <a:xfrm>
            <a:off x="5712978" y="963424"/>
            <a:ext cx="2760300" cy="263195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 txBox="1"/>
          <p:nvPr/>
        </p:nvSpPr>
        <p:spPr>
          <a:xfrm>
            <a:off x="1983250" y="2561525"/>
            <a:ext cx="240330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Char char="●"/>
            </a:pPr>
            <a:r>
              <a:rPr lang="en-US" sz="1500">
                <a:solidFill>
                  <a:srgbClr val="7DF4F1"/>
                </a:solidFill>
              </a:rPr>
              <a:t>Jessica</a:t>
            </a:r>
            <a:endParaRPr sz="1500">
              <a:solidFill>
                <a:srgbClr val="7DF4F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Char char="●"/>
            </a:pPr>
            <a:r>
              <a:rPr lang="en-US" sz="1500">
                <a:solidFill>
                  <a:srgbClr val="7DF4F1"/>
                </a:solidFill>
              </a:rPr>
              <a:t>Matthias</a:t>
            </a:r>
            <a:endParaRPr sz="1500">
              <a:solidFill>
                <a:srgbClr val="7DF4F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Char char="●"/>
            </a:pPr>
            <a:r>
              <a:rPr lang="en-US" sz="1500">
                <a:solidFill>
                  <a:srgbClr val="7DF4F1"/>
                </a:solidFill>
              </a:rPr>
              <a:t>Mikel</a:t>
            </a:r>
            <a:endParaRPr sz="1500">
              <a:solidFill>
                <a:srgbClr val="7DF4F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Char char="●"/>
            </a:pPr>
            <a:r>
              <a:rPr lang="en-US" sz="1500">
                <a:solidFill>
                  <a:srgbClr val="7DF4F1"/>
                </a:solidFill>
              </a:rPr>
              <a:t>Nikita</a:t>
            </a:r>
            <a:endParaRPr sz="1500">
              <a:solidFill>
                <a:srgbClr val="7DF4F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Char char="●"/>
            </a:pPr>
            <a:r>
              <a:rPr lang="en-US" sz="1500">
                <a:solidFill>
                  <a:srgbClr val="7DF4F1"/>
                </a:solidFill>
              </a:rPr>
              <a:t>Micha</a:t>
            </a:r>
            <a:endParaRPr sz="1500">
              <a:solidFill>
                <a:srgbClr val="7DF4F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Char char="●"/>
            </a:pPr>
            <a:r>
              <a:rPr lang="en-US" sz="1500">
                <a:solidFill>
                  <a:srgbClr val="7DF4F1"/>
                </a:solidFill>
              </a:rPr>
              <a:t>Coach: Dima</a:t>
            </a:r>
            <a:endParaRPr sz="1500">
              <a:solidFill>
                <a:srgbClr val="7DF4F1"/>
              </a:solidFill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476250" y="2561525"/>
            <a:ext cx="14511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7DF4F1"/>
                </a:solidFill>
              </a:rPr>
              <a:t>Das Team:</a:t>
            </a:r>
            <a:endParaRPr sz="1500">
              <a:solidFill>
                <a:srgbClr val="7DF4F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67575" y="357000"/>
            <a:ext cx="38871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23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DF4F1"/>
                </a:solidFill>
                <a:latin typeface="Arial"/>
                <a:ea typeface="Arial"/>
                <a:cs typeface="Arial"/>
                <a:sym typeface="Arial"/>
              </a:rPr>
              <a:t>App Description</a:t>
            </a:r>
            <a:endParaRPr b="0" i="0" sz="2700" u="none" cap="none" strike="noStrike">
              <a:solidFill>
                <a:srgbClr val="7DF4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2539288" y="3627413"/>
            <a:ext cx="24015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29275" y="1121625"/>
            <a:ext cx="5858400" cy="20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·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Metadaten Quiz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·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Spieler:in </a:t>
            </a: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bekommt zwei Wikipedia Artikel angezeigt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·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muss auswählen welcher Artikel gewinnt im Vergleich von folgenden Metadaten: z.B. Seitenaufrufe, Wortanzahl, Bilder, direkte Links, externe Links (Fußnoten), Erstellungsdatum, Anzahl Autoren, Seitenlänge (Bytes), Sprachen, Anzahl der Änderungen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·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Beispielfragen: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○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Welcher Artikel hat mehr Aufrufe?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○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Welcher Artikel ist älter?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○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Welcher Artikel verbraucht mehr Speicherplatz?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	Antwort: Artikel A oder Artikel B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" name="Google Shape;2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6300" y="28341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e73b7736c_0_0"/>
          <p:cNvSpPr/>
          <p:nvPr/>
        </p:nvSpPr>
        <p:spPr>
          <a:xfrm>
            <a:off x="467575" y="357000"/>
            <a:ext cx="38871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23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DF4F1"/>
                </a:solidFill>
                <a:latin typeface="Arial"/>
                <a:ea typeface="Arial"/>
                <a:cs typeface="Arial"/>
                <a:sym typeface="Arial"/>
              </a:rPr>
              <a:t>App Description</a:t>
            </a:r>
            <a:endParaRPr b="0" i="0" sz="2700" u="none" cap="none" strike="noStrike">
              <a:solidFill>
                <a:srgbClr val="7DF4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ae73b7736c_0_0"/>
          <p:cNvSpPr/>
          <p:nvPr/>
        </p:nvSpPr>
        <p:spPr>
          <a:xfrm>
            <a:off x="2539288" y="3627413"/>
            <a:ext cx="24015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g3ae73b7736c_0_0"/>
          <p:cNvSpPr/>
          <p:nvPr/>
        </p:nvSpPr>
        <p:spPr>
          <a:xfrm>
            <a:off x="377575" y="1084800"/>
            <a:ext cx="5858400" cy="15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mögliche Spielmodi: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○"/>
            </a:pPr>
            <a:r>
              <a:rPr b="1"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sudden death</a:t>
            </a: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: Anzahl richtiger Antworten in Folge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○"/>
            </a:pPr>
            <a:r>
              <a:rPr b="1"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speed</a:t>
            </a: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Anzahl richtiger Antworten per Zeit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Highscore Liste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Single Player Spiel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7DF4F1"/>
                </a:solidFill>
                <a:latin typeface="Open Sans"/>
                <a:ea typeface="Open Sans"/>
                <a:cs typeface="Open Sans"/>
                <a:sym typeface="Open Sans"/>
              </a:rPr>
              <a:t>Musterbild:</a:t>
            </a:r>
            <a:endParaRPr sz="1500">
              <a:solidFill>
                <a:srgbClr val="7D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" name="Google Shape;38;g3ae73b7736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2250" y="2843885"/>
            <a:ext cx="1901550" cy="19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g3ae73b7736c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475" y="2782425"/>
            <a:ext cx="3958313" cy="17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567900" y="539225"/>
            <a:ext cx="410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7DF4F1"/>
                </a:solidFill>
                <a:latin typeface="Arial"/>
                <a:ea typeface="Arial"/>
                <a:cs typeface="Arial"/>
                <a:sym typeface="Arial"/>
              </a:rPr>
              <a:t>Final words</a:t>
            </a:r>
            <a:endParaRPr b="0" i="0" sz="3600" u="none" cap="none" strike="noStrike">
              <a:solidFill>
                <a:srgbClr val="7DF4F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rgbClr val="FFC8F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rgbClr val="FFC8F0"/>
              </a:solidFill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606925" y="1205425"/>
            <a:ext cx="4807500" cy="3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F4F1"/>
              </a:buClr>
              <a:buSzPts val="1800"/>
              <a:buChar char="●"/>
            </a:pPr>
            <a:r>
              <a:rPr lang="en-US" sz="1800">
                <a:solidFill>
                  <a:srgbClr val="7DF4F1"/>
                </a:solidFill>
              </a:rPr>
              <a:t>meta_mind ist ein Quiz über das Wissen hinter dem Wissen. Es zeigt, wie Wissen entsteht, wächst und verhandelt wird.</a:t>
            </a:r>
            <a:endParaRPr sz="1800">
              <a:solidFill>
                <a:srgbClr val="7DF4F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7DF4F1"/>
              </a:buClr>
              <a:buSzPts val="1800"/>
              <a:buChar char="●"/>
            </a:pPr>
            <a:r>
              <a:rPr lang="en-US" sz="1800">
                <a:solidFill>
                  <a:srgbClr val="7DF4F1"/>
                </a:solidFill>
              </a:rPr>
              <a:t>Statt Inhalte zu erraten, müssen Spieler:innen die Metadaten von Wikipedia-Artikeln durchschauen.</a:t>
            </a:r>
            <a:endParaRPr sz="1800">
              <a:solidFill>
                <a:srgbClr val="7DF4F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7DF4F1"/>
              </a:buClr>
              <a:buSzPts val="1800"/>
              <a:buChar char="●"/>
            </a:pPr>
            <a:r>
              <a:rPr lang="en-US" sz="1800">
                <a:solidFill>
                  <a:srgbClr val="7DF4F1"/>
                </a:solidFill>
              </a:rPr>
              <a:t>Zwei Artikel. Ein Duell. Live-Daten in Echtzeit. Wer gewinnt? Finde es heraus.</a:t>
            </a:r>
            <a:endParaRPr sz="1800">
              <a:solidFill>
                <a:srgbClr val="7DF4F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C8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C8F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C8F0"/>
              </a:solidFill>
            </a:endParaRPr>
          </a:p>
        </p:txBody>
      </p:sp>
      <p:pic>
        <p:nvPicPr>
          <p:cNvPr id="47" name="Google Shape;47;p4" title="Gemini_Generated_Image_bmpootbmpootbmpo.png"/>
          <p:cNvPicPr preferRelativeResize="0"/>
          <p:nvPr/>
        </p:nvPicPr>
        <p:blipFill rotWithShape="1">
          <a:blip r:embed="rId4">
            <a:alphaModFix/>
          </a:blip>
          <a:srcRect b="2326" l="0" r="0" t="2326"/>
          <a:stretch/>
        </p:blipFill>
        <p:spPr>
          <a:xfrm>
            <a:off x="5758303" y="749649"/>
            <a:ext cx="2760300" cy="263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